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2C2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413999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46001"/>
            <a:ext cx="10692000" cy="413999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3999"/>
            <a:ext cx="3671999" cy="6732002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" y="827999"/>
            <a:ext cx="3491999" cy="720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4400" b="1" i="0">
                <a:solidFill>
                  <a:srgbClr val="D75945"/>
                </a:solidFill>
                <a:latin typeface="Calibri"/>
              </a:rPr>
              <a:t>ВОЛЬТ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" y="1475999"/>
            <a:ext cx="3491999" cy="540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МАРКЕТ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2124000"/>
            <a:ext cx="2807999" cy="216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2232000"/>
            <a:ext cx="3311999" cy="792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150" b="0" i="1">
                <a:solidFill>
                  <a:srgbClr val="FFFFFF"/>
                </a:solidFill>
                <a:latin typeface="Calibri"/>
              </a:rPr>
              <a:t>делаем профессиональную
электрику доступной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3204000"/>
            <a:ext cx="576000" cy="125999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1999" y="3402000"/>
            <a:ext cx="792000" cy="125999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8000" y="3600000"/>
            <a:ext cx="503999" cy="125999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000" y="6264000"/>
            <a:ext cx="3239999" cy="306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264000"/>
            <a:ext cx="3239999" cy="306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8 800 550 11 61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000" y="6588000"/>
            <a:ext cx="3239999" cy="216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volt-market.com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000" y="6804000"/>
            <a:ext cx="3239999" cy="180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800" b="0" i="1">
                <a:solidFill>
                  <a:srgbClr val="888888"/>
                </a:solidFill>
                <a:latin typeface="Calibri"/>
              </a:rPr>
              <a:t>звонок бесплатный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7998" y="521999"/>
            <a:ext cx="3339001" cy="2124000"/>
          </a:xfrm>
          <a:prstGeom prst="rect">
            <a:avLst/>
          </a:prstGeom>
          <a:solidFill>
            <a:srgbClr val="55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7998" y="521999"/>
            <a:ext cx="79200" cy="2124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23997" y="575999"/>
            <a:ext cx="3177001" cy="10195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РОЗЕТКИ И
ВЫКЛЮЧАТЕЛИ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3997" y="1595519"/>
            <a:ext cx="3177001" cy="9558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750" b="0" i="0">
                <a:solidFill>
                  <a:srgbClr val="BBBBBB"/>
                </a:solidFill>
                <a:latin typeface="Calibri"/>
              </a:rPr>
              <a:t>Надёжные решения для вашего дома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6999" y="521999"/>
            <a:ext cx="3339001" cy="2124000"/>
          </a:xfrm>
          <a:prstGeom prst="rect">
            <a:avLst/>
          </a:prstGeom>
          <a:solidFill>
            <a:srgbClr val="55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6999" y="521999"/>
            <a:ext cx="79200" cy="2124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2998" y="575999"/>
            <a:ext cx="3177001" cy="10195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СВЕТИЛЬНИКИ
НА ШИНОПРОВОД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2998" y="1595519"/>
            <a:ext cx="3177001" cy="9558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750" b="0" i="0">
                <a:solidFill>
                  <a:srgbClr val="BBBBBB"/>
                </a:solidFill>
                <a:latin typeface="Calibri"/>
              </a:rPr>
              <a:t>Современное трековое освещение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7998" y="2717999"/>
            <a:ext cx="3339001" cy="2124000"/>
          </a:xfrm>
          <a:prstGeom prst="rect">
            <a:avLst/>
          </a:prstGeom>
          <a:solidFill>
            <a:srgbClr val="55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97998" y="2717999"/>
            <a:ext cx="79200" cy="2124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23997" y="2771999"/>
            <a:ext cx="3177001" cy="10195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СВЕТОДИОДНАЯ
ЛЕНТА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3997" y="3791519"/>
            <a:ext cx="3177001" cy="9558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750" b="0" i="0">
                <a:solidFill>
                  <a:srgbClr val="BBBBBB"/>
                </a:solidFill>
                <a:latin typeface="Calibri"/>
              </a:rPr>
              <a:t>Яркий свет — низкое энергопотребление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6999" y="2717999"/>
            <a:ext cx="3339001" cy="2124000"/>
          </a:xfrm>
          <a:prstGeom prst="rect">
            <a:avLst/>
          </a:prstGeom>
          <a:solidFill>
            <a:srgbClr val="55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26999" y="2717999"/>
            <a:ext cx="79200" cy="2124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52998" y="2771999"/>
            <a:ext cx="3177001" cy="10195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КАБЕЛЬ ВВГ
(синий)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52998" y="3791519"/>
            <a:ext cx="3177001" cy="9558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750" b="0" i="0">
                <a:solidFill>
                  <a:srgbClr val="BBBBBB"/>
                </a:solidFill>
                <a:latin typeface="Calibri"/>
              </a:rPr>
              <a:t>Силовые кабели высшего качества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97998" y="4914000"/>
            <a:ext cx="3339001" cy="2124000"/>
          </a:xfrm>
          <a:prstGeom prst="rect">
            <a:avLst/>
          </a:prstGeom>
          <a:solidFill>
            <a:srgbClr val="55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97998" y="4914000"/>
            <a:ext cx="79200" cy="2124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3997" y="4968000"/>
            <a:ext cx="3177001" cy="10195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АВТОМАТЫ
CHINT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23997" y="5987520"/>
            <a:ext cx="3177001" cy="9558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750" b="0" i="0">
                <a:solidFill>
                  <a:srgbClr val="BBBBBB"/>
                </a:solidFill>
                <a:latin typeface="Calibri"/>
              </a:rPr>
              <a:t>Надёжная защита вашей электросети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6999" y="4914000"/>
            <a:ext cx="3339001" cy="2124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34999" y="4986000"/>
            <a:ext cx="3123001" cy="12319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СКИДКА
ДО 15%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34999" y="6230880"/>
            <a:ext cx="3123001" cy="6796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покажите этот буклет
в любом магазине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413999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46001"/>
            <a:ext cx="10692000" cy="413999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1999" y="540000"/>
            <a:ext cx="4680000" cy="396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2000" b="1" i="0">
                <a:solidFill>
                  <a:srgbClr val="7F7F7E"/>
                </a:solidFill>
                <a:latin typeface="Calibri"/>
              </a:rPr>
              <a:t>НАШИ МАГАЗИНЫ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1080000"/>
            <a:ext cx="1970400" cy="10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0000" y="1080000"/>
            <a:ext cx="79200" cy="1080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" y="1170000"/>
            <a:ext cx="1790400" cy="234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1" i="0">
                <a:solidFill>
                  <a:srgbClr val="D75945"/>
                </a:solidFill>
                <a:latin typeface="Calibri"/>
              </a:rPr>
              <a:t>г. Оренбург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1422000"/>
            <a:ext cx="1790400" cy="324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7F7F7E"/>
                </a:solidFill>
                <a:latin typeface="Calibri"/>
              </a:rPr>
              <a:t>пр. Победы, 151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00" y="1764000"/>
            <a:ext cx="1790400" cy="198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Calibri"/>
              </a:rPr>
              <a:t>Пн–Вс: 9:00–20:00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" y="1980000"/>
            <a:ext cx="1790400" cy="162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электротовары / освещение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22400" y="1080000"/>
            <a:ext cx="1970400" cy="10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22400" y="1080000"/>
            <a:ext cx="79200" cy="1080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66400" y="1170000"/>
            <a:ext cx="1790400" cy="234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1" i="0">
                <a:solidFill>
                  <a:srgbClr val="D75945"/>
                </a:solidFill>
                <a:latin typeface="Calibri"/>
              </a:rPr>
              <a:t>г. Оренбург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6400" y="1422000"/>
            <a:ext cx="1790400" cy="324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7F7F7E"/>
                </a:solidFill>
                <a:latin typeface="Calibri"/>
              </a:rPr>
              <a:t>пр. Автоматики, 28А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6400" y="1764000"/>
            <a:ext cx="1790400" cy="198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Calibri"/>
              </a:rPr>
              <a:t>Пн–Вс: 9:00–20:00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6400" y="1980000"/>
            <a:ext cx="1790400" cy="162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электротовары / освещение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4800" y="1080000"/>
            <a:ext cx="1970400" cy="10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64800" y="1080000"/>
            <a:ext cx="79200" cy="1080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8800" y="1170000"/>
            <a:ext cx="1790400" cy="234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1" i="0">
                <a:solidFill>
                  <a:srgbClr val="D75945"/>
                </a:solidFill>
                <a:latin typeface="Calibri"/>
              </a:rPr>
              <a:t>г. Орск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8800" y="1422000"/>
            <a:ext cx="1790400" cy="324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7F7F7E"/>
                </a:solidFill>
                <a:latin typeface="Calibri"/>
              </a:rPr>
              <a:t>пр. Ленина, 95А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8800" y="1764000"/>
            <a:ext cx="1790400" cy="198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Calibri"/>
              </a:rPr>
              <a:t>Пн–Вс: 9:00–20:00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8800" y="1980000"/>
            <a:ext cx="1790400" cy="162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электротовары / освещение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999" y="2448000"/>
            <a:ext cx="3240000" cy="360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2200" b="1" i="0">
                <a:solidFill>
                  <a:srgbClr val="D75945"/>
                </a:solidFill>
                <a:latin typeface="Calibri"/>
              </a:rPr>
              <a:t>8 800 550 11 61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999" y="2790000"/>
            <a:ext cx="4320000" cy="216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звонок бесплатный  |  volt-market.com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999" y="3131999"/>
            <a:ext cx="5040000" cy="306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400" b="1" i="0">
                <a:solidFill>
                  <a:srgbClr val="7F7F7E"/>
                </a:solidFill>
                <a:latin typeface="Calibri"/>
              </a:rPr>
              <a:t>ПОЧЕМУ ВЫБИРАЮТ НАС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999" y="3553200"/>
            <a:ext cx="187200" cy="1872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3599" y="3520800"/>
            <a:ext cx="1872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199" y="3528000"/>
            <a:ext cx="43200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0" i="0">
                <a:solidFill>
                  <a:srgbClr val="7F7F7E"/>
                </a:solidFill>
                <a:latin typeface="Calibri"/>
              </a:rPr>
              <a:t>Широкий ассортимент электротоваров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999" y="3913200"/>
            <a:ext cx="187200" cy="1872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3599" y="3880800"/>
            <a:ext cx="1872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1199" y="3888000"/>
            <a:ext cx="43200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0" i="0">
                <a:solidFill>
                  <a:srgbClr val="7F7F7E"/>
                </a:solidFill>
                <a:latin typeface="Calibri"/>
              </a:rPr>
              <a:t>Профессиональные консультации бесплатно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1999" y="4273200"/>
            <a:ext cx="187200" cy="1872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3599" y="4240800"/>
            <a:ext cx="1872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1199" y="4248000"/>
            <a:ext cx="43200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0" i="0">
                <a:solidFill>
                  <a:srgbClr val="7F7F7E"/>
                </a:solidFill>
                <a:latin typeface="Calibri"/>
              </a:rPr>
              <a:t>Цены от производителя — без наценок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999" y="4633200"/>
            <a:ext cx="187200" cy="1872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3599" y="4600800"/>
            <a:ext cx="1872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1199" y="4608000"/>
            <a:ext cx="43200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0" i="0">
                <a:solidFill>
                  <a:srgbClr val="7F7F7E"/>
                </a:solidFill>
                <a:latin typeface="Calibri"/>
              </a:rPr>
              <a:t>Только проверенные бренды и сертификаты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1999" y="4993200"/>
            <a:ext cx="187200" cy="1872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3599" y="4960800"/>
            <a:ext cx="1872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1199" y="4968000"/>
            <a:ext cx="43200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0" i="0">
                <a:solidFill>
                  <a:srgbClr val="7F7F7E"/>
                </a:solidFill>
                <a:latin typeface="Calibri"/>
              </a:rPr>
              <a:t>Гарантия на все товары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8000" y="5472000"/>
            <a:ext cx="1982400" cy="100799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8000" y="5472000"/>
            <a:ext cx="1982400" cy="252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0000" y="5544000"/>
            <a:ext cx="2018400" cy="432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2200" b="1" i="0">
                <a:solidFill>
                  <a:srgbClr val="D75945"/>
                </a:solidFill>
                <a:latin typeface="Calibri"/>
              </a:rPr>
              <a:t>11 000+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0000" y="5975999"/>
            <a:ext cx="2018400" cy="432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800" b="0" i="1">
                <a:solidFill>
                  <a:srgbClr val="888888"/>
                </a:solidFill>
                <a:latin typeface="Calibri"/>
              </a:rPr>
              <a:t>наименований
светильников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16400" y="5472000"/>
            <a:ext cx="1982400" cy="100799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16400" y="5472000"/>
            <a:ext cx="1982400" cy="252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8400" y="5544000"/>
            <a:ext cx="2018400" cy="432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2200" b="1" i="0">
                <a:solidFill>
                  <a:srgbClr val="D75945"/>
                </a:solidFill>
                <a:latin typeface="Calibri"/>
              </a:rPr>
              <a:t>3 000+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8400" y="5975999"/>
            <a:ext cx="2018400" cy="432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800" b="0" i="1">
                <a:solidFill>
                  <a:srgbClr val="888888"/>
                </a:solidFill>
                <a:latin typeface="Calibri"/>
              </a:rPr>
              <a:t>моделей розеток
и выключателей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34800" y="5472000"/>
            <a:ext cx="1982400" cy="100799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34800" y="5472000"/>
            <a:ext cx="1982400" cy="252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16800" y="5544000"/>
            <a:ext cx="2018400" cy="432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2200" b="1" i="0">
                <a:solidFill>
                  <a:srgbClr val="D75945"/>
                </a:solidFill>
                <a:latin typeface="Calibri"/>
              </a:rPr>
              <a:t>100%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16800" y="5975999"/>
            <a:ext cx="2018400" cy="432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800" b="0" i="1">
                <a:solidFill>
                  <a:srgbClr val="888888"/>
                </a:solidFill>
                <a:latin typeface="Calibri"/>
              </a:rPr>
              <a:t>оригинальные
товары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1999" y="6768000"/>
            <a:ext cx="5040000" cy="234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1">
                <a:solidFill>
                  <a:srgbClr val="888888"/>
                </a:solidFill>
                <a:latin typeface="Calibri"/>
              </a:rPr>
              <a:t>«Вместе создаём светлое будущее»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87200" y="540000"/>
            <a:ext cx="4096800" cy="360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950" b="0" i="0">
                <a:solidFill>
                  <a:srgbClr val="7F7F7E"/>
                </a:solidFill>
                <a:latin typeface="Calibri"/>
              </a:rPr>
              <a:t>Сканируйте — узнайте цены
и ассортимент прямо сейчас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600" y="972000"/>
            <a:ext cx="1728000" cy="17280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487200" y="2772000"/>
            <a:ext cx="4096800" cy="251999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100" b="1" i="0">
                <a:solidFill>
                  <a:srgbClr val="7F7F7E"/>
                </a:solidFill>
                <a:latin typeface="Calibri"/>
              </a:rPr>
              <a:t>volt-market.com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87200" y="3131999"/>
            <a:ext cx="4096800" cy="3906002"/>
          </a:xfrm>
          <a:prstGeom prst="rect">
            <a:avLst/>
          </a:prstGeom>
          <a:solidFill>
            <a:srgbClr val="FFFFFF"/>
          </a:solidFill>
          <a:ln w="22860">
            <a:solidFill>
              <a:srgbClr val="D75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87200" y="3131999"/>
            <a:ext cx="4096800" cy="396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59200" y="3167999"/>
            <a:ext cx="3952800" cy="324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КУПОН НА СКИДКУ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59200" y="3545998"/>
            <a:ext cx="3952800" cy="648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4000" b="1" i="0">
                <a:solidFill>
                  <a:srgbClr val="D75945"/>
                </a:solidFill>
                <a:latin typeface="Calibri"/>
              </a:rPr>
              <a:t>ДО 15%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59200" y="4211999"/>
            <a:ext cx="3952800" cy="36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 i="0">
                <a:solidFill>
                  <a:srgbClr val="7F7F7E"/>
                </a:solidFill>
                <a:latin typeface="Calibri"/>
              </a:rPr>
              <a:t>скидка на любой товар</a:t>
            </a:r>
          </a:p>
          <a:p>
            <a:pPr algn="ctr">
              <a:spcBef>
                <a:spcPts val="100"/>
              </a:spcBef>
            </a:pPr>
            <a:r>
              <a:rPr sz="950" b="0" i="0">
                <a:solidFill>
                  <a:srgbClr val="7F7F7E"/>
                </a:solidFill>
                <a:latin typeface="Calibri"/>
              </a:rPr>
              <a:t>при предъявлении этого буклета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31200" y="4625999"/>
            <a:ext cx="3808800" cy="25199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31200" y="4625999"/>
            <a:ext cx="3808800" cy="251999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850" b="0" i="0">
                <a:solidFill>
                  <a:srgbClr val="7F7F7E"/>
                </a:solidFill>
                <a:latin typeface="Calibri"/>
              </a:rPr>
              <a:t>Бесплатная консультация электрика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95200" y="6732001"/>
            <a:ext cx="3880800" cy="288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  <a:latin typeface="Calibri"/>
              </a:rPr>
              <a:t>* Не суммируется с другими акциями.
Действителен до 31.12.2026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