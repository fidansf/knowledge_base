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576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80000"/>
            <a:ext cx="10692000" cy="1800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6000"/>
            <a:ext cx="3780000" cy="68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6000"/>
            <a:ext cx="3780000" cy="234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648000"/>
            <a:ext cx="3492000" cy="827999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ВОЛЬТ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" y="1404000"/>
            <a:ext cx="3492000" cy="61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МАРКЕТ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2106000"/>
            <a:ext cx="334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000" y="3096000"/>
            <a:ext cx="3420000" cy="79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0" i="1">
                <a:solidFill>
                  <a:srgbClr val="666665"/>
                </a:solidFill>
                <a:latin typeface="Calibri"/>
              </a:rPr>
              <a:t>делаем профессиональную
электрику доступной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" y="4031999"/>
            <a:ext cx="648000" cy="10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6000" y="4211999"/>
            <a:ext cx="900000" cy="10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000" y="4391999"/>
            <a:ext cx="468000" cy="10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0000" y="6048000"/>
            <a:ext cx="3420000" cy="342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" y="6048000"/>
            <a:ext cx="3420000" cy="34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8 800 550 11 61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6426000"/>
            <a:ext cx="342000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000" b="0" i="0">
                <a:solidFill>
                  <a:srgbClr val="666665"/>
                </a:solidFill>
                <a:latin typeface="Calibri"/>
              </a:rPr>
              <a:t>volt-market.com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" y="6660000"/>
            <a:ext cx="3420000" cy="180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999998"/>
                </a:solidFill>
                <a:latin typeface="Calibri"/>
              </a:rPr>
              <a:t>звонок бесплатный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0800" y="676800"/>
            <a:ext cx="3270600" cy="215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0800" y="676800"/>
            <a:ext cx="3270600" cy="9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0800" y="813600"/>
            <a:ext cx="3090600" cy="10764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2C2C2B"/>
                </a:solidFill>
                <a:latin typeface="Calibri"/>
              </a:rPr>
              <a:t>РОЗЕТКИ И
ВЫКЛЮЧАТЕЛИ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0800" y="1839312"/>
            <a:ext cx="3090600" cy="861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50" b="0" i="0">
                <a:solidFill>
                  <a:srgbClr val="666665"/>
                </a:solidFill>
                <a:latin typeface="Calibri"/>
              </a:rPr>
              <a:t>Надёжные решения для вашего дома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0600" y="676800"/>
            <a:ext cx="3270600" cy="215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0600" y="676800"/>
            <a:ext cx="3270600" cy="9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0600" y="813600"/>
            <a:ext cx="3090600" cy="10764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2C2C2B"/>
                </a:solidFill>
                <a:latin typeface="Calibri"/>
              </a:rPr>
              <a:t>СВЕТИЛЬНИКИ
НА ШИНОПРОВОД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0600" y="1839312"/>
            <a:ext cx="3090600" cy="861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50" b="0" i="0">
                <a:solidFill>
                  <a:srgbClr val="666665"/>
                </a:solidFill>
                <a:latin typeface="Calibri"/>
              </a:rPr>
              <a:t>Современное трековое освещение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0800" y="2901600"/>
            <a:ext cx="3270600" cy="215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0800" y="2901600"/>
            <a:ext cx="3270600" cy="9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0800" y="3038400"/>
            <a:ext cx="3090600" cy="10764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2C2C2B"/>
                </a:solidFill>
                <a:latin typeface="Calibri"/>
              </a:rPr>
              <a:t>СВЕТОДИОДНАЯ
ЛЕНТА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0800" y="4064112"/>
            <a:ext cx="3090600" cy="861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50" b="0" i="0">
                <a:solidFill>
                  <a:srgbClr val="666665"/>
                </a:solidFill>
                <a:latin typeface="Calibri"/>
              </a:rPr>
              <a:t>Яркий свет — низкое энергопотребление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0600" y="2901600"/>
            <a:ext cx="3270600" cy="215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20600" y="2901600"/>
            <a:ext cx="3270600" cy="9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0600" y="3038400"/>
            <a:ext cx="3090600" cy="10764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2C2C2B"/>
                </a:solidFill>
                <a:latin typeface="Calibri"/>
              </a:rPr>
              <a:t>КАБЕЛЬ ВВГ
(синий)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600" y="4064112"/>
            <a:ext cx="3090600" cy="861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50" b="0" i="0">
                <a:solidFill>
                  <a:srgbClr val="666665"/>
                </a:solidFill>
                <a:latin typeface="Calibri"/>
              </a:rPr>
              <a:t>Силовые кабели высшего качества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0800" y="5126400"/>
            <a:ext cx="3270600" cy="215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70800" y="5126400"/>
            <a:ext cx="3270600" cy="9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0800" y="5263200"/>
            <a:ext cx="3090600" cy="10764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1" i="0">
                <a:solidFill>
                  <a:srgbClr val="2C2C2B"/>
                </a:solidFill>
                <a:latin typeface="Calibri"/>
              </a:rPr>
              <a:t>АВТОМАТЫ
CHINT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0800" y="6288912"/>
            <a:ext cx="3090600" cy="8611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50" b="0" i="0">
                <a:solidFill>
                  <a:srgbClr val="666665"/>
                </a:solidFill>
                <a:latin typeface="Calibri"/>
              </a:rPr>
              <a:t>Надёжная защита вашей электросети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20600" y="5126400"/>
            <a:ext cx="3270600" cy="21528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10600" y="5234400"/>
            <a:ext cx="3090600" cy="124862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СКИДКА
ДО 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0600" y="6482664"/>
            <a:ext cx="3090600" cy="68889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покажите этот буклет
в любом магазине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576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80000"/>
            <a:ext cx="10692000" cy="1800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1980" y="576000"/>
            <a:ext cx="7200" cy="6804000"/>
          </a:xfrm>
          <a:prstGeom prst="rect">
            <a:avLst/>
          </a:prstGeom>
          <a:solidFill>
            <a:srgbClr val="E0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999" y="720000"/>
            <a:ext cx="5040000" cy="37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800" b="1" i="0">
                <a:solidFill>
                  <a:srgbClr val="2C2C2B"/>
                </a:solidFill>
                <a:latin typeface="Calibri"/>
              </a:rPr>
              <a:t>НАШИ МАГАЗИНЫ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999" y="1116000"/>
            <a:ext cx="1152000" cy="25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00" y="1224000"/>
            <a:ext cx="1975860" cy="10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000" y="1224000"/>
            <a:ext cx="72000" cy="108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999" y="1296000"/>
            <a:ext cx="181386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D75945"/>
                </a:solidFill>
                <a:latin typeface="Calibri"/>
              </a:rPr>
              <a:t>г. Оренбург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999" y="1548000"/>
            <a:ext cx="1813860" cy="32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2C2C2B"/>
                </a:solidFill>
                <a:latin typeface="Calibri"/>
              </a:rPr>
              <a:t>пр. Победы, 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99" y="1890000"/>
            <a:ext cx="1813860" cy="19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00" b="0" i="1">
                <a:solidFill>
                  <a:srgbClr val="999998"/>
                </a:solidFill>
                <a:latin typeface="Calibri"/>
              </a:rPr>
              <a:t>Пн–Вс: 9:00–20:00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999" y="2106000"/>
            <a:ext cx="1813860" cy="16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999998"/>
                </a:solidFill>
                <a:latin typeface="Calibri"/>
              </a:rPr>
              <a:t>электротовары / освещение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7860" y="1224000"/>
            <a:ext cx="1975860" cy="10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27860" y="1224000"/>
            <a:ext cx="72000" cy="108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3859" y="1296000"/>
            <a:ext cx="181386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D75945"/>
                </a:solidFill>
                <a:latin typeface="Calibri"/>
              </a:rPr>
              <a:t>г. Оренбург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3859" y="1548000"/>
            <a:ext cx="1813860" cy="32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2C2C2B"/>
                </a:solidFill>
                <a:latin typeface="Calibri"/>
              </a:rPr>
              <a:t>пр. Автоматики, 28А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3859" y="1890000"/>
            <a:ext cx="1813860" cy="19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00" b="0" i="1">
                <a:solidFill>
                  <a:srgbClr val="999998"/>
                </a:solidFill>
                <a:latin typeface="Calibri"/>
              </a:rPr>
              <a:t>Пн–Вс: 9:00–20:00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3859" y="2106000"/>
            <a:ext cx="1813860" cy="16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999998"/>
                </a:solidFill>
                <a:latin typeface="Calibri"/>
              </a:rPr>
              <a:t>электротовары / освещение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5720" y="1224000"/>
            <a:ext cx="1975860" cy="10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5720" y="1224000"/>
            <a:ext cx="72000" cy="1080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1719" y="1296000"/>
            <a:ext cx="181386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 i="0">
                <a:solidFill>
                  <a:srgbClr val="D75945"/>
                </a:solidFill>
                <a:latin typeface="Calibri"/>
              </a:rPr>
              <a:t>г. Орск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1719" y="1548000"/>
            <a:ext cx="1813860" cy="32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2C2C2B"/>
                </a:solidFill>
                <a:latin typeface="Calibri"/>
              </a:rPr>
              <a:t>пр. Ленина, 95А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1719" y="1890000"/>
            <a:ext cx="1813860" cy="19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00" b="0" i="1">
                <a:solidFill>
                  <a:srgbClr val="999998"/>
                </a:solidFill>
                <a:latin typeface="Calibri"/>
              </a:rPr>
              <a:t>Пн–Вс: 9:00–20:00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1719" y="2106000"/>
            <a:ext cx="1813860" cy="162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750" b="0" i="0">
                <a:solidFill>
                  <a:srgbClr val="999998"/>
                </a:solidFill>
                <a:latin typeface="Calibri"/>
              </a:rPr>
              <a:t>электротовары / освещение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99" y="2556000"/>
            <a:ext cx="3600000" cy="378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400" b="1" i="0">
                <a:solidFill>
                  <a:srgbClr val="D75945"/>
                </a:solidFill>
                <a:latin typeface="Calibri"/>
              </a:rPr>
              <a:t>8 800 550 11 61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999" y="2934000"/>
            <a:ext cx="4680000" cy="21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1">
                <a:solidFill>
                  <a:srgbClr val="999998"/>
                </a:solidFill>
                <a:latin typeface="Calibri"/>
              </a:rPr>
              <a:t>звонок бесплатный  |  volt-market.com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999" y="3276000"/>
            <a:ext cx="5040000" cy="30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300" b="1" i="0">
                <a:solidFill>
                  <a:srgbClr val="2C2C2B"/>
                </a:solidFill>
                <a:latin typeface="Calibri"/>
              </a:rPr>
              <a:t>ПОЧЕМУ ВЫБИРАЮТ НАС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3581999"/>
            <a:ext cx="1007999" cy="216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999" y="37116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399" y="36828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799" y="36900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666665"/>
                </a:solidFill>
                <a:latin typeface="Calibri"/>
              </a:rPr>
              <a:t>Широкий ассортимент электротоваров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999" y="40644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399" y="40356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799" y="40428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666665"/>
                </a:solidFill>
                <a:latin typeface="Calibri"/>
              </a:rPr>
              <a:t>Профессиональные консультации бесплатно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999" y="44172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399" y="43884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799" y="43956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666665"/>
                </a:solidFill>
                <a:latin typeface="Calibri"/>
              </a:rPr>
              <a:t>Цены от производителя — без наценок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999" y="47700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6399" y="47412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799" y="47484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666665"/>
                </a:solidFill>
                <a:latin typeface="Calibri"/>
              </a:rPr>
              <a:t>Только проверенные бренды и сертификаты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999" y="5122800"/>
            <a:ext cx="187200" cy="18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6399" y="5094000"/>
            <a:ext cx="1872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6799" y="5101200"/>
            <a:ext cx="4320000" cy="223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0">
                <a:solidFill>
                  <a:srgbClr val="666665"/>
                </a:solidFill>
                <a:latin typeface="Calibri"/>
              </a:rPr>
              <a:t>Гарантия на все товары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600" y="5616000"/>
            <a:ext cx="202866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1600" y="5616000"/>
            <a:ext cx="2028660" cy="72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0000" y="5706000"/>
            <a:ext cx="2071860" cy="413999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200" b="1" i="0">
                <a:solidFill>
                  <a:srgbClr val="D75945"/>
                </a:solidFill>
                <a:latin typeface="Calibri"/>
              </a:rPr>
              <a:t>11 000+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0000" y="6138000"/>
            <a:ext cx="2071860" cy="39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999998"/>
                </a:solidFill>
                <a:latin typeface="Calibri"/>
              </a:rPr>
              <a:t>наименований
светильников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73460" y="5616000"/>
            <a:ext cx="202866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73460" y="5616000"/>
            <a:ext cx="2028660" cy="72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51860" y="5706000"/>
            <a:ext cx="2071860" cy="413999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200" b="1" i="0">
                <a:solidFill>
                  <a:srgbClr val="D75945"/>
                </a:solidFill>
                <a:latin typeface="Calibri"/>
              </a:rPr>
              <a:t>3 000+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51860" y="6138000"/>
            <a:ext cx="2071860" cy="39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999998"/>
                </a:solidFill>
                <a:latin typeface="Calibri"/>
              </a:rPr>
              <a:t>моделей розеток
и выключателей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5320" y="5616000"/>
            <a:ext cx="202866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45320" y="5616000"/>
            <a:ext cx="2028660" cy="72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23720" y="5706000"/>
            <a:ext cx="2071860" cy="413999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2200" b="1" i="0">
                <a:solidFill>
                  <a:srgbClr val="D75945"/>
                </a:solidFill>
                <a:latin typeface="Calibri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3720" y="6138000"/>
            <a:ext cx="2071860" cy="39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00" b="0" i="1">
                <a:solidFill>
                  <a:srgbClr val="999998"/>
                </a:solidFill>
                <a:latin typeface="Calibri"/>
              </a:rPr>
              <a:t>оригинальные
товары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1999" y="6786000"/>
            <a:ext cx="5040000" cy="234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0" i="1">
                <a:solidFill>
                  <a:srgbClr val="999998"/>
                </a:solidFill>
                <a:latin typeface="Calibri"/>
              </a:rPr>
              <a:t>«Вместе создаём светлое будущее»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5580" y="720000"/>
            <a:ext cx="3900421" cy="39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950" b="0" i="0">
                <a:solidFill>
                  <a:srgbClr val="666665"/>
                </a:solidFill>
                <a:latin typeface="Calibri"/>
              </a:rPr>
              <a:t>Сканируйте — узнайте цены
и ассортимент прямо сейчас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790" y="1152000"/>
            <a:ext cx="1800000" cy="18000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65580" y="3041999"/>
            <a:ext cx="3900421" cy="251999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1" i="0">
                <a:solidFill>
                  <a:srgbClr val="2C2C2B"/>
                </a:solidFill>
                <a:latin typeface="Calibri"/>
              </a:rPr>
              <a:t>volt-market.com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65580" y="3401999"/>
            <a:ext cx="3900421" cy="38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65580" y="3401999"/>
            <a:ext cx="3900421" cy="396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37580" y="3437999"/>
            <a:ext cx="3756421" cy="360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КУПОН НА СКИДКУ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37580" y="3851999"/>
            <a:ext cx="3756421" cy="66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4200" b="1" i="0">
                <a:solidFill>
                  <a:srgbClr val="D75945"/>
                </a:solidFill>
                <a:latin typeface="Calibri"/>
              </a:rPr>
              <a:t>ДО 15%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37580" y="4553999"/>
            <a:ext cx="3756421" cy="36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666665"/>
                </a:solidFill>
                <a:latin typeface="Calibri"/>
              </a:rPr>
              <a:t>скидка на любой товар</a:t>
            </a:r>
          </a:p>
          <a:p>
            <a:pPr algn="ctr">
              <a:spcBef>
                <a:spcPts val="100"/>
              </a:spcBef>
            </a:pPr>
            <a:r>
              <a:rPr sz="950" b="0" i="0">
                <a:solidFill>
                  <a:srgbClr val="666665"/>
                </a:solidFill>
                <a:latin typeface="Calibri"/>
              </a:rPr>
              <a:t>при предъявлении этого буклета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09580" y="4949999"/>
            <a:ext cx="3612421" cy="25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09580" y="4949999"/>
            <a:ext cx="3612421" cy="259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850" b="0" i="0">
                <a:solidFill>
                  <a:srgbClr val="2C2C2B"/>
                </a:solidFill>
                <a:latin typeface="Calibri"/>
              </a:rPr>
              <a:t>Бесплатная консультация электрика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3580" y="6912001"/>
            <a:ext cx="3684421" cy="3060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650" b="0" i="1">
                <a:solidFill>
                  <a:srgbClr val="999998"/>
                </a:solidFill>
                <a:latin typeface="Calibri"/>
              </a:rPr>
              <a:t>* Не суммируется с другими акциями.
Действителен до 31.12.2026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